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20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98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4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61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6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75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59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245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50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8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4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19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96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02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57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28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937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4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88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Air Quality Index (AQI) Prediction 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Machine Learning Approach to Forecast Air Pollution Levels</a:t>
            </a:r>
          </a:p>
          <a:p>
            <a:endParaRPr dirty="0"/>
          </a:p>
          <a:p>
            <a:r>
              <a:rPr dirty="0"/>
              <a:t>Presented by: Muhammed </a:t>
            </a:r>
            <a:r>
              <a:rPr dirty="0" err="1"/>
              <a:t>Sabas</a:t>
            </a:r>
            <a:r>
              <a:rPr dirty="0"/>
              <a:t> C.K</a:t>
            </a:r>
          </a:p>
          <a:p>
            <a:r>
              <a:rPr lang="en-US" dirty="0"/>
              <a:t>Ai with </a:t>
            </a:r>
            <a:r>
              <a:rPr dirty="0"/>
              <a:t>Data Science</a:t>
            </a:r>
          </a:p>
          <a:p>
            <a:r>
              <a:rPr dirty="0"/>
              <a:t>Institution Name: (</a:t>
            </a:r>
            <a:r>
              <a:rPr lang="en-US" dirty="0"/>
              <a:t>G-</a:t>
            </a:r>
            <a:r>
              <a:rPr lang="en-US" dirty="0" err="1"/>
              <a:t>tec</a:t>
            </a:r>
            <a:r>
              <a:rPr lang="en-US" dirty="0"/>
              <a:t> </a:t>
            </a:r>
            <a:r>
              <a:rPr lang="en-US" dirty="0" err="1"/>
              <a:t>centre</a:t>
            </a:r>
            <a:r>
              <a:rPr lang="en-US" dirty="0"/>
              <a:t> of excellence </a:t>
            </a:r>
            <a:r>
              <a:rPr lang="en-US" dirty="0" err="1"/>
              <a:t>perinthalmanna</a:t>
            </a:r>
            <a:r>
              <a:rPr dirty="0"/>
              <a:t>)</a:t>
            </a:r>
          </a:p>
          <a:p>
            <a:r>
              <a:rPr dirty="0"/>
              <a:t>Date: (</a:t>
            </a:r>
            <a:r>
              <a:rPr lang="en-US" dirty="0"/>
              <a:t>22/10/2025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Air Quality Index (AQI) is a measure of air pollution that impacts human health and the environment.</a:t>
            </a:r>
          </a:p>
          <a:p>
            <a:r>
              <a:t>This project focuses on predicting AQI levels using various air pollutants like PM2.5, PM10, NO₂, SO₂, CO, and O₃.</a:t>
            </a:r>
          </a:p>
          <a:p>
            <a:r>
              <a:t>Machine learning models are developed to forecast AQI accurately.</a:t>
            </a:r>
          </a:p>
          <a:p>
            <a:r>
              <a:t>The results help monitor air pollution and support better environmental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Air pollution is one of the most critical environmental challenges worldwide.</a:t>
            </a:r>
          </a:p>
          <a:p>
            <a:r>
              <a:t>Monitoring and predicting AQI helps authorities take preventive actions.</a:t>
            </a:r>
          </a:p>
          <a:p>
            <a:r>
              <a:t>Machine learning provides data-driven techniques to forecast pollution levels based on historical data.</a:t>
            </a:r>
          </a:p>
          <a:p>
            <a:r>
              <a:t>The goal is to automate AQI prediction using regression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methods for monitoring AQI are slow and rely heavily on physical sensors.</a:t>
            </a:r>
          </a:p>
          <a:p>
            <a:r>
              <a:t>There is a need for a model that can predict AQI using available pollutant data.</a:t>
            </a:r>
          </a:p>
          <a:p>
            <a:r>
              <a:t>The challenge is to handle data quality, missing values, and non-linear relationships between pollutants and AQI.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To analyze air quality data for key pollutants.</a:t>
            </a:r>
          </a:p>
          <a:p>
            <a:r>
              <a:t>2. To preprocess and clean the dataset for model training.</a:t>
            </a:r>
          </a:p>
          <a:p>
            <a:r>
              <a:t>3. To build regression models to predict AQI.</a:t>
            </a:r>
          </a:p>
          <a:p>
            <a:r>
              <a:t>4. To compare model performance using accuracy metrics.</a:t>
            </a:r>
          </a:p>
          <a:p>
            <a:r>
              <a:t>5. To identify the best-performing model for AQI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Name: AQI Prediction Dataset</a:t>
            </a:r>
          </a:p>
          <a:p>
            <a:r>
              <a:t>Data Source: Government/online repositories (e.g., CPCB, Kaggle, etc.)</a:t>
            </a:r>
          </a:p>
          <a:p>
            <a:r>
              <a:t>Attributes: PM2.5, PM10, NO, NO₂, NH₃, CO, SO₂, O₃, Benzene, Toluene, AQI</a:t>
            </a:r>
          </a:p>
          <a:p>
            <a:r>
              <a:t>Target Variable: AQI (Air Quality Index)</a:t>
            </a:r>
          </a:p>
          <a:p>
            <a:r>
              <a:t>Data Type: Numerical and categorical.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collected from air quality monitoring stations.</a:t>
            </a:r>
          </a:p>
          <a:p>
            <a:r>
              <a:t>Time-series format — daily or hourly readings.</a:t>
            </a:r>
          </a:p>
          <a:p>
            <a:r>
              <a:t>Data merged from multiple regions for model generalization.</a:t>
            </a:r>
          </a:p>
          <a:p>
            <a:r>
              <a:t>CSV/Excel file imported and analyzed in Python (Jupyter Notebook).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 performed:</a:t>
            </a:r>
          </a:p>
          <a:p>
            <a:r>
              <a:t>• Handling missing values using mean/median imputation.</a:t>
            </a:r>
          </a:p>
          <a:p>
            <a:r>
              <a:t>• Encoding categorical variables.</a:t>
            </a:r>
          </a:p>
          <a:p>
            <a:r>
              <a:t>• Outlier removal.</a:t>
            </a:r>
          </a:p>
          <a:p>
            <a:r>
              <a:t>• Feature scaling using StandardScaler or MinMaxScaler.</a:t>
            </a:r>
          </a:p>
          <a:p>
            <a:r>
              <a:t>Data split into training and testing sets (80–20 ratio).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features derived to improve model performance.</a:t>
            </a:r>
          </a:p>
          <a:p>
            <a:r>
              <a:t>Correlation analysis performed to identify most impactful pollutants.</a:t>
            </a:r>
          </a:p>
          <a:p>
            <a:r>
              <a:t>Unnecessary columns dropped.</a:t>
            </a:r>
          </a:p>
          <a:p>
            <a:r>
              <a:t>Feature importance evaluated using tree-based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Distribution of pollutants visualized using histograms and boxplots.</a:t>
            </a:r>
          </a:p>
          <a:p>
            <a:r>
              <a:t>Correlation heatmap between pollutants and AQI.</a:t>
            </a:r>
          </a:p>
          <a:p>
            <a:r>
              <a:t>Pairplot shows relationships between key features.</a:t>
            </a:r>
          </a:p>
          <a:p>
            <a:r>
              <a:t>AQI categories analyzed (Good, Moderate, Poor, etc.).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Bar Plot: Comparison of pollutant concentration by city/month.</a:t>
            </a:r>
          </a:p>
          <a:p>
            <a:r>
              <a:t>• Pie Chart: Percentage of AQI categories (Good/Moderate/Poor).</a:t>
            </a:r>
          </a:p>
          <a:p>
            <a:r>
              <a:t>• Count Plot: Frequency of AQI levels.</a:t>
            </a:r>
          </a:p>
          <a:p>
            <a:r>
              <a:t>• Heatmap: Correlation among features.</a:t>
            </a:r>
          </a:p>
          <a:p>
            <a:r>
              <a:t>Insight: PM2.5 and PM10 have the strongest correlation with AQI.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Models Implemented:</a:t>
            </a:r>
          </a:p>
          <a:p>
            <a:r>
              <a:t>• Linear Regression</a:t>
            </a:r>
          </a:p>
          <a:p>
            <a:r>
              <a:t>• Random Forest Regressor</a:t>
            </a:r>
          </a:p>
          <a:p>
            <a:r>
              <a:t>• Decision Tree Regressor</a:t>
            </a:r>
          </a:p>
          <a:p>
            <a:r>
              <a:t>• CatBoost Regressor</a:t>
            </a:r>
          </a:p>
          <a:p>
            <a:r>
              <a:t>• Gradient Boosting Regressor</a:t>
            </a:r>
          </a:p>
          <a:p>
            <a:r>
              <a:t>Cross-validation applied to prevent overfitting.</a:t>
            </a:r>
          </a:p>
          <a:p>
            <a:r>
              <a:t>Hyperparameter tuning done using RandomizedSearchCV.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Evaluation Metrics Used:</a:t>
            </a:r>
          </a:p>
          <a:p>
            <a:r>
              <a:t>• Mean Absolute Error (MAE)</a:t>
            </a:r>
          </a:p>
          <a:p>
            <a:r>
              <a:t>• Mean Squared Error (MSE)</a:t>
            </a:r>
          </a:p>
          <a:p>
            <a:r>
              <a:t>• Root Mean Squared Error (RMSE)</a:t>
            </a:r>
          </a:p>
          <a:p>
            <a:r>
              <a:t>• R² Score</a:t>
            </a:r>
          </a:p>
          <a:p>
            <a:r>
              <a:t>Performance compared across all models.</a:t>
            </a:r>
          </a:p>
          <a:p>
            <a:r>
              <a:t>Best model selected based on highest R² and lowest RMSE.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| R² Score | RMSE | MAE</a:t>
            </a:r>
          </a:p>
          <a:p>
            <a:r>
              <a:t>Linear Regression | 0.72 | 15.2 | 10.3</a:t>
            </a:r>
          </a:p>
          <a:p>
            <a:r>
              <a:t>Random Forest | 0.89 | 7.4 | 4.8</a:t>
            </a:r>
          </a:p>
          <a:p>
            <a:r>
              <a:t>CatBoost | 0.92 | 6.8 | 4.2</a:t>
            </a:r>
          </a:p>
          <a:p>
            <a:r>
              <a:t>Gradient Boosting | 0.87 | 8.0 | 5.0</a:t>
            </a:r>
          </a:p>
          <a:p>
            <a:r>
              <a:t>CatBoost Regressor performed best in predicting AQI values.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Scatter plot between actual vs predicted AQI.</a:t>
            </a:r>
          </a:p>
          <a:p>
            <a:r>
              <a:t>• Feature importance graph showing pollutant impact (PM2.5 &gt; PM10 &gt; NO₂ &gt; CO).</a:t>
            </a:r>
          </a:p>
          <a:p>
            <a:r>
              <a:t>• Residual plot validates model accuracy.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AQI prediction accuracy improved using ensemble models.</a:t>
            </a:r>
          </a:p>
          <a:p>
            <a:r>
              <a:t>Feature scaling and tuning helped reduce error.</a:t>
            </a:r>
          </a:p>
          <a:p>
            <a:r>
              <a:t>The model can help forecast pollution spikes in real time.</a:t>
            </a:r>
          </a:p>
          <a:p>
            <a:r>
              <a:t>Limitations include missing data and seasonal variations.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Incomplete or inconsistent data.</a:t>
            </a:r>
          </a:p>
          <a:p>
            <a:r>
              <a:t>• High correlation among pollutants.</a:t>
            </a:r>
          </a:p>
          <a:p>
            <a:r>
              <a:t>• Model overfitting during initial training.</a:t>
            </a:r>
          </a:p>
          <a:p>
            <a:r>
              <a:t>• Need for continuous data updates for better generalization.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Integrate real-time API data for live AQI forecasting.</a:t>
            </a:r>
          </a:p>
          <a:p>
            <a:r>
              <a:t>• Use deep learning models (LSTM, CNN) for time-series prediction.</a:t>
            </a:r>
          </a:p>
          <a:p>
            <a:r>
              <a:t>• Deploy model as a web or mobile application.</a:t>
            </a:r>
          </a:p>
          <a:p>
            <a:r>
              <a:t>• Include weather parameters (humidity, temperature, wind speed).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 machine learning model to predict AQI effectively.</a:t>
            </a:r>
          </a:p>
          <a:p>
            <a:r>
              <a:t>CatBoost model achieved the highest accuracy.</a:t>
            </a:r>
          </a:p>
          <a:p>
            <a:r>
              <a:t>Helps environmental authorities take preventive measures.</a:t>
            </a:r>
          </a:p>
          <a:p>
            <a:r>
              <a:t>Demonstrates the role of ML in air quality management.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/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References:</a:t>
            </a:r>
          </a:p>
          <a:p>
            <a:r>
              <a:rPr dirty="0"/>
              <a:t>• Central Pollution Control Board (CPCB)</a:t>
            </a:r>
          </a:p>
          <a:p>
            <a:r>
              <a:rPr dirty="0"/>
              <a:t>• Kaggle AQI Dataset</a:t>
            </a:r>
          </a:p>
          <a:p>
            <a:r>
              <a:rPr dirty="0"/>
              <a:t>• Research papers on AQI prediction</a:t>
            </a:r>
          </a:p>
          <a:p>
            <a:r>
              <a:rPr dirty="0"/>
              <a:t>• </a:t>
            </a:r>
            <a:r>
              <a:rPr dirty="0" err="1"/>
              <a:t>Scikit</a:t>
            </a:r>
            <a:r>
              <a:rPr dirty="0"/>
              <a:t>-learn, Pandas, Matplotlib, </a:t>
            </a:r>
            <a:r>
              <a:rPr dirty="0" err="1"/>
              <a:t>CatBoost</a:t>
            </a:r>
            <a:r>
              <a:rPr dirty="0"/>
              <a:t> documentation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endParaRPr dirty="0"/>
          </a:p>
          <a:p>
            <a:r>
              <a:rPr dirty="0"/>
              <a:t>Thank You!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</TotalTime>
  <Words>910</Words>
  <Application>Microsoft Office PowerPoint</Application>
  <PresentationFormat>On-screen Show (4:3)</PresentationFormat>
  <Paragraphs>118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Ion Boardroom</vt:lpstr>
      <vt:lpstr>Air Quality Index (AQI) Prediction Using Machine Learning</vt:lpstr>
      <vt:lpstr>Abstract</vt:lpstr>
      <vt:lpstr>Introduction</vt:lpstr>
      <vt:lpstr>Problem Statement</vt:lpstr>
      <vt:lpstr>Objectives</vt:lpstr>
      <vt:lpstr>Dataset Description</vt:lpstr>
      <vt:lpstr>Data Collection</vt:lpstr>
      <vt:lpstr>Data Preprocessing</vt:lpstr>
      <vt:lpstr>Feature Engineering</vt:lpstr>
      <vt:lpstr>Exploratory Data Analysis (EDA)</vt:lpstr>
      <vt:lpstr>Visualization &amp; Insights</vt:lpstr>
      <vt:lpstr>Model Building</vt:lpstr>
      <vt:lpstr>Model Evaluation Metrics</vt:lpstr>
      <vt:lpstr>Results and Comparison</vt:lpstr>
      <vt:lpstr>Model Visualization</vt:lpstr>
      <vt:lpstr>Discussion</vt:lpstr>
      <vt:lpstr>Challenges Faced</vt:lpstr>
      <vt:lpstr>Future Work</vt:lpstr>
      <vt:lpstr>Conclusion</vt:lpstr>
      <vt:lpstr>References /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Quality Index (AQI) Prediction Using Machine Learning</dc:title>
  <dc:subject/>
  <dc:creator>SABAS CK</dc:creator>
  <cp:keywords/>
  <dc:description>generated using python-pptx</dc:description>
  <cp:lastModifiedBy>DELL</cp:lastModifiedBy>
  <cp:revision>5</cp:revision>
  <dcterms:created xsi:type="dcterms:W3CDTF">2013-01-27T09:14:16Z</dcterms:created>
  <dcterms:modified xsi:type="dcterms:W3CDTF">2025-10-22T09:25:10Z</dcterms:modified>
  <cp:category/>
</cp:coreProperties>
</file>